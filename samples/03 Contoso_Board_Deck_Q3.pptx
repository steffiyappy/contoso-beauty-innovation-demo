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Contoso Beauty Innovation</a:t>
            </a:r>
          </a:p>
          <a:p>
            <a:r>
              <a:rPr sz="1800"/>
              <a:t>Q3 FY26 Board Deck</a:t>
            </a:r>
          </a:p>
          <a:p>
            <a:r>
              <a:rPr sz="1800"/>
              <a:t>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1. Financials</a:t>
            </a:r>
          </a:p>
          <a:p>
            <a:r>
              <a:rPr sz="1800"/>
              <a:t>2. Brand Performance</a:t>
            </a:r>
          </a:p>
          <a:p>
            <a:r>
              <a:rPr sz="1800"/>
              <a:t>3. Channel Mix</a:t>
            </a:r>
          </a:p>
          <a:p>
            <a:r>
              <a:rPr sz="1800"/>
              <a:t>4. Marketing ROI</a:t>
            </a:r>
          </a:p>
          <a:p>
            <a:r>
              <a:rPr sz="1800"/>
              <a:t>5. Innovation</a:t>
            </a:r>
          </a:p>
          <a:p>
            <a:r>
              <a:rPr sz="1800"/>
              <a:t>6. ESG and Halal</a:t>
            </a:r>
          </a:p>
          <a:p>
            <a:r>
              <a:rPr sz="1800"/>
              <a:t>7. People</a:t>
            </a:r>
          </a:p>
          <a:p>
            <a:r>
              <a:rPr sz="1800"/>
              <a:t>8.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Revenue: 2.4T IDR</a:t>
            </a:r>
          </a:p>
          <a:p>
            <a:r>
              <a:rPr sz="1800"/>
              <a:t>EBITDA: 480B IDR</a:t>
            </a:r>
          </a:p>
          <a:p>
            <a:r>
              <a:rPr sz="1800"/>
              <a:t>Gross Margin: 58%</a:t>
            </a:r>
          </a:p>
          <a:p>
            <a:r>
              <a:rPr sz="1800"/>
              <a:t>QoQ Revenue Growth: +7%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Q3 revenue: 2.4T IDR</a:t>
            </a:r>
          </a:p>
          <a:p>
            <a:r>
              <a:rPr sz="1800"/>
              <a:t>Growth vs Q2: 7%</a:t>
            </a:r>
          </a:p>
          <a:p>
            <a:r>
              <a:rPr sz="1800"/>
              <a:t>Growth vs prior year Q3: 12%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Margins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Gross margin: 58%</a:t>
            </a:r>
          </a:p>
          <a:p>
            <a:r>
              <a:rPr sz="1800"/>
              <a:t>EBITDA margin: 20%</a:t>
            </a:r>
          </a:p>
          <a:p>
            <a:r>
              <a:rPr sz="1800"/>
              <a:t>Operating margin: 14%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Brand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Rosa: 42% of revenue, +5% QoQ</a:t>
            </a:r>
          </a:p>
          <a:p>
            <a:r>
              <a:rPr sz="1800"/>
              <a:t>Amara: 28% of revenue, +18% QoQ</a:t>
            </a:r>
          </a:p>
          <a:p>
            <a:r>
              <a:rPr sz="1800"/>
              <a:t>Kaia: 18% of revenue, +22% QoQ</a:t>
            </a:r>
          </a:p>
          <a:p>
            <a:r>
              <a:rPr sz="1800"/>
              <a:t>Zeta: 12% of revenue, flat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Rosa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Flagship brand.</a:t>
            </a:r>
          </a:p>
          <a:p>
            <a:r>
              <a:rPr sz="1800"/>
              <a:t>Three new SKUs launched.</a:t>
            </a:r>
          </a:p>
          <a:p>
            <a:r>
              <a:rPr sz="1800"/>
              <a:t>Marketing spend 120B IDR.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Amara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Halal-certified.</a:t>
            </a:r>
          </a:p>
          <a:p>
            <a:r>
              <a:rPr sz="1800"/>
              <a:t>Fastest growing.</a:t>
            </a:r>
          </a:p>
          <a:p>
            <a:r>
              <a:rPr sz="1800"/>
              <a:t>Two new SKUs launched in Q3.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Kaia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Gen-Z brand.</a:t>
            </a:r>
          </a:p>
          <a:p>
            <a:r>
              <a:rPr sz="1800"/>
              <a:t>Influencer collab launched.</a:t>
            </a:r>
          </a:p>
          <a:p>
            <a:r>
              <a:rPr sz="1800"/>
              <a:t>TikTok Shop primary channel.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Zeta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Dermocosmetic.</a:t>
            </a:r>
          </a:p>
          <a:p>
            <a:r>
              <a:rPr sz="1800"/>
              <a:t>Small but high-margin.</a:t>
            </a:r>
          </a:p>
          <a:p>
            <a:r>
              <a:rPr sz="1800"/>
              <a:t>Repositioning in progress.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Channel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Modern Trade: 48%</a:t>
            </a:r>
          </a:p>
          <a:p>
            <a:r>
              <a:rPr sz="1800"/>
              <a:t>E-commerce: 22%</a:t>
            </a:r>
          </a:p>
          <a:p>
            <a:r>
              <a:rPr sz="1800"/>
              <a:t>General Trade: 20%</a:t>
            </a:r>
          </a:p>
          <a:p>
            <a:r>
              <a:rPr sz="1800"/>
              <a:t>Other: 10%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Marketing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Q3 marketing spend: 900B IDR</a:t>
            </a:r>
          </a:p>
          <a:p>
            <a:r>
              <a:rPr sz="1800"/>
              <a:t>Some campaigns below hurdle rate.</a:t>
            </a:r>
          </a:p>
          <a:p>
            <a:r>
              <a:rPr sz="1800"/>
              <a:t>Post-mortem completed.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Six new SKUs launched.</a:t>
            </a:r>
          </a:p>
          <a:p>
            <a:r>
              <a:rPr sz="1800"/>
              <a:t>R&amp;D pipeline: 18 SKUs.</a:t>
            </a:r>
          </a:p>
          <a:p>
            <a:r>
              <a:rPr sz="1800"/>
              <a:t>Cikarang capacity expansion on track.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ESG and Halal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Halal certification renewed for Amara.</a:t>
            </a:r>
          </a:p>
          <a:p>
            <a:r>
              <a:rPr sz="1800"/>
              <a:t>Water usage reduced 8%.</a:t>
            </a:r>
          </a:p>
          <a:p>
            <a:r>
              <a:rPr sz="1800"/>
              <a:t>Waste diverted from landfill up 12%.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New CMO joining Q4.</a:t>
            </a:r>
          </a:p>
          <a:p>
            <a:r>
              <a:rPr sz="1800"/>
              <a:t>Head of E-commerce started.</a:t>
            </a:r>
          </a:p>
          <a:p>
            <a:r>
              <a:rPr sz="1800"/>
              <a:t>Attrition below industry benchmark.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Revenue: 2.4T IDR</a:t>
            </a:r>
          </a:p>
          <a:p>
            <a:r>
              <a:rPr sz="1800"/>
              <a:t>EBITDA: 480B IDR</a:t>
            </a:r>
          </a:p>
          <a:p>
            <a:r>
              <a:rPr sz="1800"/>
              <a:t>Gross Margin: 58%</a:t>
            </a:r>
          </a:p>
          <a:p>
            <a:r>
              <a:rPr sz="1800"/>
              <a:t>QoQ Revenue Growth: +7%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Brand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Rosa: 42% of revenue, +5% QoQ</a:t>
            </a:r>
          </a:p>
          <a:p>
            <a:r>
              <a:rPr sz="1800"/>
              <a:t>Amara: 28% of revenue, +18% QoQ</a:t>
            </a:r>
          </a:p>
          <a:p>
            <a:r>
              <a:rPr sz="1800"/>
              <a:t>Kaia: 18% of revenue, +22% QoQ</a:t>
            </a:r>
          </a:p>
          <a:p>
            <a:r>
              <a:rPr sz="1800"/>
              <a:t>Zeta: 12% of revenue, flat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Tier-3 city softness.</a:t>
            </a:r>
          </a:p>
          <a:p>
            <a:r>
              <a:rPr sz="1800"/>
              <a:t>FX exposure on imported ingredients.</a:t>
            </a:r>
          </a:p>
          <a:p>
            <a:r>
              <a:rPr sz="1800"/>
              <a:t>Influencer platform concentration.</a:t>
            </a:r>
          </a:p>
          <a:p>
            <a:r>
              <a:rPr sz="1800"/>
              <a:t>Competitive intensity.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Q4 to be strongest quarter of year.</a:t>
            </a:r>
          </a:p>
          <a:p>
            <a:r>
              <a:rPr sz="1800"/>
              <a:t>Full-year guidance maintained.</a:t>
            </a:r>
          </a:p>
          <a:p>
            <a:r>
              <a:rPr sz="1800"/>
              <a:t>Partnership discussions ongoing.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Questions?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Detailed brand P&amp;L</a:t>
            </a:r>
          </a:p>
          <a:p>
            <a:r>
              <a:rPr sz="1800"/>
              <a:t>Regional breakdown</a:t>
            </a:r>
          </a:p>
          <a:p>
            <a:r>
              <a:rPr sz="1800"/>
              <a:t>Campaign post-mortems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E1E3A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